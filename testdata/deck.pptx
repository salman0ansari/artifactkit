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Speaker note: cite slide one.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Agent Deck</a:t>
            </a:r>
          </a:p>
          <a:p>
            <a:r>
              <a:t>Local parsing with slide provenance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Tool</a:t>
                      </a:r>
                    </a:p>
                  </a:txBody>
                </a:tc>
                <a:tc>
                  <a:txBody>
                    <a:p>
                      <a:r>
                        <a:t>Status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inspect</a:t>
                      </a:r>
                    </a:p>
                  </a:txBody>
                </a:tc>
                <a:tc>
                  <a:txBody>
                    <a:p>
                      <a:r>
                        <a:t>ready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docProps/core.xml><?xml version="1.0" encoding="utf-8"?>
<cp:coreProperties xmlns:cp="http://schemas.openxmlformats.org/package/2006/metadata/core-properties" xmlns:dc="http://purl.org/dc/elements/1.1/">
  <dc:title>Agent Deck</dc:title>
  <dc:creator>ArtifactKit</dc:creator>
</cp:coreProperties>
</file>